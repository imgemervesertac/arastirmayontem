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DC5E0D-9F72-5763-3E91-076A9B152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D8B888B-C1AF-8B4F-CBD6-51BBF1A47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034B3D-A6A9-2431-84BD-8D0A8F97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3BE65EE-E757-4CCE-A477-2FD39973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1064E42-B4B2-609E-0274-CAEF5B66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303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4E11F7-43CE-DAB2-E5D9-20674BA2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8B91FF-19F8-E256-4BA9-82CC23E3B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0292BE-0565-A24B-E8F5-59DE3C35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E34DFCB-5E6F-6945-DACD-4FF27B55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3867CD7-CED9-6F7C-F1B7-5E73AA1E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03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C571FD-08DA-DFC8-13FC-73B16933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B976934-9BF4-541D-0AD5-C166935B3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CCF35CA-FD00-A7AA-7B71-304BE83F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755E4E0-8FE1-EA3D-CC31-332CA353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56BDEA-62CE-C515-6181-158C9432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564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75582E-D65C-EFA5-9019-A83D438E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C747EA-D044-8D80-8E87-B18EE1653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AFE97D-1D47-41C3-4240-F65260CA4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B2D0757-D39E-37D9-4B32-E5A36536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03B7F03-5F42-E72C-F0A7-CC31C16B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167446B-EF9A-F801-E305-2128EFA3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705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A64B50-5CB8-863F-2249-9A0EA4C33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C3E026A-2C30-5E0C-4DD2-830FAAA4B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0F7B4D6-FE05-DAD9-7069-6D4D2F00E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632FDF3-4C72-A2A6-BA91-A0380FC43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183A751B-653E-BB94-D669-427048090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66D839A-269F-9CE2-3F22-737F60D4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CB73F06-C57A-E972-9C05-A7D7A47E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01477B4-4D15-2C73-6E9E-375B2382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675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9C8FFD-2C82-F783-35DF-87DF1EC2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D985447-F1A7-9549-18BF-28C70A05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CCBBA8C-3C31-6E7D-DF96-5E86A585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70FDBCA-A9BB-BC7A-A80E-112A5FFD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821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F77F5FF-0E45-8C2F-2387-F874BFA7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0EA7D92-409D-2DDD-FB32-40F28ACE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465A5EF-BF22-8B66-1140-D63F1F90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735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7607F7-4453-C2C8-006D-49B0AE8C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D2F077-1DFA-F3A5-F79B-07EAFACA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E51A415-5293-F512-65F4-30EC23038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6F81F72-A25A-2C2C-825D-82B0C0BD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13EDBD-453D-EFE3-726B-E2BFDF5F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9FBC0E1-A207-D9C0-5CD7-CF3A41E4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405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E4C1C7-AE0D-E429-3D1C-ABF445FB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03500F5-72A9-9EA8-6FB0-622FF0D03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72721CC-53EC-532F-8B8E-645EB41F4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123A640-3470-DC44-035F-2691EC34F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F880286-DED0-AC59-753D-85915A321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F4CBAD6-94A7-8D74-E3FA-712426C2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327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6F81D9-A1FD-D76B-BC0E-0888E8B8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AC947E9-687D-A6D0-E026-EB5D29A9F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DB29E6-4B01-751C-3C02-AE1AB7DD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1643A5-A6A1-73E3-1FBD-15D4B88A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635EF6-77C6-6D8B-2FD9-EE5A5F1B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346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220709E-090C-8F0C-EFB0-B39806489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C90BC45-BCD8-2068-4FEB-5616E6DCB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16B1CA-0EB8-524D-1E18-4551AF04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33651D-D840-87B8-AB33-80A1776B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9F23D41-383C-302C-0129-54FA9017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465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3AFE54F-1A66-806A-3C68-67798180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4F19B5-16C3-392C-5DE0-786649F2B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45E408B-BEBB-5BC2-1968-7706B0D11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702D3-8A55-4D78-B860-DD03AE5FBFF1}" type="datetimeFigureOut">
              <a:rPr lang="tr-TR" smtClean="0"/>
              <a:t>18.11.2025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439771-5131-5F1E-085E-568E709A5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24460AC-2967-0A1D-5375-9DB96D970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5D3E9-3A28-449E-A3C7-FE6C9AD8E2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153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" TargetMode="External"/><Relationship Id="rId2" Type="http://schemas.openxmlformats.org/officeDocument/2006/relationships/hyperlink" Target="https://www.kaggle.com/datasets/ianktoo/moodify-data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01EA21-2D63-3437-56C4-34EF3C056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8908"/>
            <a:ext cx="9144000" cy="2387600"/>
          </a:xfrm>
        </p:spPr>
        <p:txBody>
          <a:bodyPr/>
          <a:lstStyle/>
          <a:p>
            <a:r>
              <a:rPr lang="tr-TR" dirty="0"/>
              <a:t>MP3 – Veri Toplama Tasarımı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F0DBACA-F100-F1E6-799B-D1D9D9E77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İmge Merve Sertaç 360125002</a:t>
            </a:r>
          </a:p>
          <a:p>
            <a:r>
              <a:rPr lang="tr-TR" dirty="0"/>
              <a:t>İkra Ceylan 360125030</a:t>
            </a:r>
          </a:p>
          <a:p>
            <a:r>
              <a:rPr lang="tr-TR" dirty="0"/>
              <a:t>İlayda Mat 360125016</a:t>
            </a:r>
          </a:p>
        </p:txBody>
      </p:sp>
    </p:spTree>
    <p:extLst>
      <p:ext uri="{BB962C8B-B14F-4D97-AF65-F5344CB8AC3E}">
        <p14:creationId xmlns:p14="http://schemas.microsoft.com/office/powerpoint/2010/main" val="381485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metin, ekran görüntüsü, sayı, numara, men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BF825C7-D9EF-059E-7AB7-30A7EF1E3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234" y="114299"/>
            <a:ext cx="3028950" cy="6629400"/>
          </a:xfrm>
          <a:prstGeom prst="rect">
            <a:avLst/>
          </a:prstGeom>
        </p:spPr>
      </p:pic>
      <p:pic>
        <p:nvPicPr>
          <p:cNvPr id="9" name="Resim 8" descr="metin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297BCA4-C313-BE7A-6997-9EA34D6FA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958" y="795337"/>
            <a:ext cx="2771775" cy="5267325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C7B4DD94-F93B-0B3B-F5AA-2062BC469C25}"/>
              </a:ext>
            </a:extLst>
          </p:cNvPr>
          <p:cNvSpPr txBox="1"/>
          <p:nvPr/>
        </p:nvSpPr>
        <p:spPr>
          <a:xfrm>
            <a:off x="1007918" y="2992581"/>
            <a:ext cx="3470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 setimize </a:t>
            </a:r>
            <a:r>
              <a:rPr lang="tr-TR" dirty="0" err="1"/>
              <a:t>Kaggle</a:t>
            </a:r>
            <a:r>
              <a:rPr lang="tr-TR" dirty="0"/>
              <a:t> üzerinden ulaştık. Açık veri seti kullandık.[1]</a:t>
            </a:r>
          </a:p>
        </p:txBody>
      </p:sp>
    </p:spTree>
    <p:extLst>
      <p:ext uri="{BB962C8B-B14F-4D97-AF65-F5344CB8AC3E}">
        <p14:creationId xmlns:p14="http://schemas.microsoft.com/office/powerpoint/2010/main" val="26280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8739787-E286-65A1-DE5E-B1A0B912F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3" r="17172" b="36"/>
          <a:stretch>
            <a:fillRect/>
          </a:stretch>
        </p:blipFill>
        <p:spPr>
          <a:xfrm>
            <a:off x="311728" y="2176460"/>
            <a:ext cx="3470563" cy="3258685"/>
          </a:xfrm>
          <a:prstGeom prst="rect">
            <a:avLst/>
          </a:prstGeom>
        </p:spPr>
      </p:pic>
      <p:pic>
        <p:nvPicPr>
          <p:cNvPr id="9" name="Resim 8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D8D1C0F-CE07-AB84-D2D4-85A3606DA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2258" r="10574"/>
          <a:stretch>
            <a:fillRect/>
          </a:stretch>
        </p:blipFill>
        <p:spPr>
          <a:xfrm>
            <a:off x="4295329" y="2250066"/>
            <a:ext cx="3601341" cy="3185077"/>
          </a:xfrm>
          <a:prstGeom prst="rect">
            <a:avLst/>
          </a:prstGeom>
        </p:spPr>
      </p:pic>
      <p:pic>
        <p:nvPicPr>
          <p:cNvPr id="11" name="Resim 10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0355226-250C-72C6-9143-CF6D545D0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12282"/>
          <a:stretch>
            <a:fillRect/>
          </a:stretch>
        </p:blipFill>
        <p:spPr>
          <a:xfrm>
            <a:off x="8229599" y="2176460"/>
            <a:ext cx="3564083" cy="3288714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0351AF7B-8BF4-2331-9B83-A3C4073EA0AA}"/>
              </a:ext>
            </a:extLst>
          </p:cNvPr>
          <p:cNvSpPr txBox="1"/>
          <p:nvPr/>
        </p:nvSpPr>
        <p:spPr>
          <a:xfrm>
            <a:off x="1735280" y="613063"/>
            <a:ext cx="8721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>
                <a:solidFill>
                  <a:srgbClr val="FF0000"/>
                </a:solidFill>
              </a:rPr>
              <a:t>DUYGU DURUMLARINA GÖRE KAHVE TÜKETİM MİKTARININ DAĞILIŞI</a:t>
            </a:r>
          </a:p>
        </p:txBody>
      </p:sp>
    </p:spTree>
    <p:extLst>
      <p:ext uri="{BB962C8B-B14F-4D97-AF65-F5344CB8AC3E}">
        <p14:creationId xmlns:p14="http://schemas.microsoft.com/office/powerpoint/2010/main" val="17317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F30E9D-18BD-32BE-FEE3-5D1AEDB68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87"/>
          <a:stretch>
            <a:fillRect/>
          </a:stretch>
        </p:blipFill>
        <p:spPr>
          <a:xfrm>
            <a:off x="638745" y="2152178"/>
            <a:ext cx="5258002" cy="3377263"/>
          </a:xfrm>
          <a:prstGeom prst="rect">
            <a:avLst/>
          </a:prstGeom>
        </p:spPr>
      </p:pic>
      <p:pic>
        <p:nvPicPr>
          <p:cNvPr id="7" name="Resim 6" descr="metin, ekran görüntüsü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26CCFA-40F5-4D44-B8D0-20C61289C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5"/>
          <a:stretch>
            <a:fillRect/>
          </a:stretch>
        </p:blipFill>
        <p:spPr>
          <a:xfrm>
            <a:off x="6378381" y="2152178"/>
            <a:ext cx="5061571" cy="3844240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8E6F362-1903-032C-4A7A-38243AAD14A5}"/>
              </a:ext>
            </a:extLst>
          </p:cNvPr>
          <p:cNvSpPr txBox="1"/>
          <p:nvPr/>
        </p:nvSpPr>
        <p:spPr>
          <a:xfrm>
            <a:off x="2441864" y="654627"/>
            <a:ext cx="69515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>
                <a:solidFill>
                  <a:srgbClr val="FF0000"/>
                </a:solidFill>
              </a:rPr>
              <a:t>TÜKETİM MİKTARINA GÖRE DUYGU DURUMLARININ DAĞILIŞI</a:t>
            </a:r>
          </a:p>
        </p:txBody>
      </p:sp>
    </p:spTree>
    <p:extLst>
      <p:ext uri="{BB962C8B-B14F-4D97-AF65-F5344CB8AC3E}">
        <p14:creationId xmlns:p14="http://schemas.microsoft.com/office/powerpoint/2010/main" val="270322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ECD86DC-31D9-C916-2C08-2F1E11C77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678" y="1536354"/>
            <a:ext cx="5784644" cy="378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9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diyagram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5FE0D27-B9C7-A9D5-BAE9-2FB54DBF2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776287"/>
            <a:ext cx="8334375" cy="5305425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1F9DEF5F-0D69-7EC4-10D7-1E0A9F484874}"/>
              </a:ext>
            </a:extLst>
          </p:cNvPr>
          <p:cNvSpPr txBox="1"/>
          <p:nvPr/>
        </p:nvSpPr>
        <p:spPr>
          <a:xfrm>
            <a:off x="1465119" y="5660425"/>
            <a:ext cx="56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25076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A7DD50E-050E-996B-6904-6D639C887606}"/>
              </a:ext>
            </a:extLst>
          </p:cNvPr>
          <p:cNvSpPr txBox="1"/>
          <p:nvPr/>
        </p:nvSpPr>
        <p:spPr>
          <a:xfrm>
            <a:off x="1870364" y="2452255"/>
            <a:ext cx="72424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[1] </a:t>
            </a:r>
            <a:r>
              <a:rPr lang="tr-TR" dirty="0" err="1"/>
              <a:t>Ian</a:t>
            </a:r>
            <a:r>
              <a:rPr lang="tr-TR" dirty="0"/>
              <a:t> </a:t>
            </a:r>
            <a:r>
              <a:rPr lang="tr-TR" dirty="0" err="1"/>
              <a:t>Too</a:t>
            </a:r>
            <a:r>
              <a:rPr lang="tr-TR" dirty="0"/>
              <a:t>, " </a:t>
            </a:r>
            <a:r>
              <a:rPr lang="tr-TR" dirty="0" err="1"/>
              <a:t>Moodify</a:t>
            </a:r>
            <a:r>
              <a:rPr lang="tr-TR" dirty="0"/>
              <a:t>: </a:t>
            </a:r>
            <a:r>
              <a:rPr lang="tr-TR" dirty="0" err="1"/>
              <a:t>Simulated</a:t>
            </a:r>
            <a:r>
              <a:rPr lang="tr-TR" dirty="0"/>
              <a:t> </a:t>
            </a:r>
            <a:r>
              <a:rPr lang="tr-TR" dirty="0" err="1"/>
              <a:t>Mood</a:t>
            </a:r>
            <a:r>
              <a:rPr lang="tr-TR" dirty="0"/>
              <a:t> </a:t>
            </a:r>
            <a:r>
              <a:rPr lang="tr-TR" dirty="0" err="1"/>
              <a:t>Prediction</a:t>
            </a:r>
            <a:r>
              <a:rPr lang="tr-TR" dirty="0"/>
              <a:t> Dataset«,Kaggle,2025. Erişim: Kasım 18,2025.[Çevrimiçi] Kullanılabilir: </a:t>
            </a:r>
            <a:r>
              <a:rPr lang="tr-TR" dirty="0">
                <a:hlinkClick r:id="rId2"/>
              </a:rPr>
              <a:t>https://www.kaggle.com/datasets/ianktoo/moodify-data</a:t>
            </a:r>
            <a:endParaRPr lang="tr-TR" dirty="0"/>
          </a:p>
          <a:p>
            <a:endParaRPr lang="tr-TR" dirty="0"/>
          </a:p>
          <a:p>
            <a:r>
              <a:rPr lang="tr-TR" dirty="0"/>
              <a:t>[2] Google, "Gemini", Erişim: Kasım 15, 2025. [Çevrimiçi]. Kullanılabilir: </a:t>
            </a:r>
            <a:r>
              <a:rPr lang="tr-TR" dirty="0">
                <a:hlinkClick r:id="rId3"/>
              </a:rPr>
              <a:t>https://gemini.google.com/</a:t>
            </a: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361ED90-9D55-EA70-26B5-734D32EEB760}"/>
              </a:ext>
            </a:extLst>
          </p:cNvPr>
          <p:cNvSpPr txBox="1"/>
          <p:nvPr/>
        </p:nvSpPr>
        <p:spPr>
          <a:xfrm>
            <a:off x="1870364" y="1711674"/>
            <a:ext cx="6920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KAYNAKÇA</a:t>
            </a:r>
          </a:p>
        </p:txBody>
      </p:sp>
    </p:spTree>
    <p:extLst>
      <p:ext uri="{BB962C8B-B14F-4D97-AF65-F5344CB8AC3E}">
        <p14:creationId xmlns:p14="http://schemas.microsoft.com/office/powerpoint/2010/main" val="15341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113</Words>
  <Application>Microsoft Office PowerPoint</Application>
  <PresentationFormat>Geniş ekran</PresentationFormat>
  <Paragraphs>12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Teması</vt:lpstr>
      <vt:lpstr>MP3 – Veri Toplama Tasarımı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İmge Merve Sertaç</dc:creator>
  <cp:lastModifiedBy>İmge Merve Sertaç</cp:lastModifiedBy>
  <cp:revision>2</cp:revision>
  <dcterms:created xsi:type="dcterms:W3CDTF">2025-11-18T15:12:28Z</dcterms:created>
  <dcterms:modified xsi:type="dcterms:W3CDTF">2025-11-18T17:05:26Z</dcterms:modified>
</cp:coreProperties>
</file>