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23DBF-94C4-4143-874B-40894928A9AD}" type="datetimeFigureOut">
              <a:rPr lang="tr-TR" smtClean="0"/>
              <a:t>26.11.2025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8746-C655-4954-9F9E-44188DD109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47440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23DBF-94C4-4143-874B-40894928A9AD}" type="datetimeFigureOut">
              <a:rPr lang="tr-TR" smtClean="0"/>
              <a:t>26.11.2025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8746-C655-4954-9F9E-44188DD109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9536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23DBF-94C4-4143-874B-40894928A9AD}" type="datetimeFigureOut">
              <a:rPr lang="tr-TR" smtClean="0"/>
              <a:t>26.11.2025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8746-C655-4954-9F9E-44188DD109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9498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23DBF-94C4-4143-874B-40894928A9AD}" type="datetimeFigureOut">
              <a:rPr lang="tr-TR" smtClean="0"/>
              <a:t>26.11.2025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8746-C655-4954-9F9E-44188DD109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5620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23DBF-94C4-4143-874B-40894928A9AD}" type="datetimeFigureOut">
              <a:rPr lang="tr-TR" smtClean="0"/>
              <a:t>26.11.2025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8746-C655-4954-9F9E-44188DD109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5052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23DBF-94C4-4143-874B-40894928A9AD}" type="datetimeFigureOut">
              <a:rPr lang="tr-TR" smtClean="0"/>
              <a:t>26.11.2025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8746-C655-4954-9F9E-44188DD109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77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23DBF-94C4-4143-874B-40894928A9AD}" type="datetimeFigureOut">
              <a:rPr lang="tr-TR" smtClean="0"/>
              <a:t>26.11.2025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8746-C655-4954-9F9E-44188DD109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7770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23DBF-94C4-4143-874B-40894928A9AD}" type="datetimeFigureOut">
              <a:rPr lang="tr-TR" smtClean="0"/>
              <a:t>26.11.2025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8746-C655-4954-9F9E-44188DD109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0211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23DBF-94C4-4143-874B-40894928A9AD}" type="datetimeFigureOut">
              <a:rPr lang="tr-TR" smtClean="0"/>
              <a:t>26.11.2025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8746-C655-4954-9F9E-44188DD109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20424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23DBF-94C4-4143-874B-40894928A9AD}" type="datetimeFigureOut">
              <a:rPr lang="tr-TR" smtClean="0"/>
              <a:t>26.11.2025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8746-C655-4954-9F9E-44188DD109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33745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23DBF-94C4-4143-874B-40894928A9AD}" type="datetimeFigureOut">
              <a:rPr lang="tr-TR" smtClean="0"/>
              <a:t>26.11.2025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48746-C655-4954-9F9E-44188DD109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8531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23DBF-94C4-4143-874B-40894928A9AD}" type="datetimeFigureOut">
              <a:rPr lang="tr-TR" smtClean="0"/>
              <a:t>26.11.2025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48746-C655-4954-9F9E-44188DD109E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1994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Mini Proje 4-Analiz ve Görselleştirme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 smtClean="0"/>
              <a:t>İmge Merve Sertaç 360125002</a:t>
            </a:r>
          </a:p>
          <a:p>
            <a:r>
              <a:rPr lang="tr-TR" dirty="0" smtClean="0"/>
              <a:t>İkra Ceylan 360125030</a:t>
            </a:r>
          </a:p>
          <a:p>
            <a:r>
              <a:rPr lang="tr-TR" dirty="0" smtClean="0"/>
              <a:t>İlayda Mat 360125016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4462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4515" b="3233"/>
          <a:stretch/>
        </p:blipFill>
        <p:spPr>
          <a:xfrm>
            <a:off x="351691" y="215808"/>
            <a:ext cx="7530934" cy="651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572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/>
          <p:cNvPicPr>
            <a:picLocks noChangeAspect="1"/>
          </p:cNvPicPr>
          <p:nvPr/>
        </p:nvPicPr>
        <p:blipFill rotWithShape="1">
          <a:blip r:embed="rId2"/>
          <a:srcRect l="384" t="1780" r="3398" b="1270"/>
          <a:stretch/>
        </p:blipFill>
        <p:spPr>
          <a:xfrm>
            <a:off x="0" y="0"/>
            <a:ext cx="6286500" cy="5040591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 rotWithShape="1">
          <a:blip r:embed="rId3"/>
          <a:srcRect l="959" t="3738" r="4840" b="17279"/>
          <a:stretch/>
        </p:blipFill>
        <p:spPr>
          <a:xfrm>
            <a:off x="6110643" y="152069"/>
            <a:ext cx="6081357" cy="2368226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 rotWithShape="1">
          <a:blip r:embed="rId4"/>
          <a:srcRect r="6052"/>
          <a:stretch/>
        </p:blipFill>
        <p:spPr>
          <a:xfrm>
            <a:off x="445786" y="5192660"/>
            <a:ext cx="10509429" cy="96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60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5" y="194252"/>
            <a:ext cx="9538965" cy="644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85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875"/>
            <a:ext cx="12107008" cy="554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6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30" y="194859"/>
            <a:ext cx="9625415" cy="639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36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592016" y="435463"/>
            <a:ext cx="2195146" cy="980098"/>
          </a:xfrm>
        </p:spPr>
        <p:txBody>
          <a:bodyPr/>
          <a:lstStyle/>
          <a:p>
            <a:r>
              <a:rPr lang="tr-TR" b="1" dirty="0" smtClean="0"/>
              <a:t>Kısa özet</a:t>
            </a:r>
            <a:endParaRPr lang="tr-TR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451338" y="1690688"/>
            <a:ext cx="11435862" cy="4191366"/>
          </a:xfrm>
        </p:spPr>
        <p:txBody>
          <a:bodyPr/>
          <a:lstStyle/>
          <a:p>
            <a:r>
              <a:rPr lang="tr-TR" dirty="0" smtClean="0"/>
              <a:t>1) Temel istatistikler hesaplandı.</a:t>
            </a:r>
          </a:p>
          <a:p>
            <a:r>
              <a:rPr lang="tr-TR" dirty="0" smtClean="0"/>
              <a:t>2) Eksik veri kontrolü yapıldı.</a:t>
            </a:r>
          </a:p>
          <a:p>
            <a:r>
              <a:rPr lang="tr-TR" dirty="0" smtClean="0"/>
              <a:t>3) Korelasyon matrisi, </a:t>
            </a:r>
            <a:r>
              <a:rPr lang="tr-TR" dirty="0" err="1" smtClean="0"/>
              <a:t>histogram</a:t>
            </a:r>
            <a:r>
              <a:rPr lang="tr-TR" dirty="0" smtClean="0"/>
              <a:t>, </a:t>
            </a:r>
            <a:r>
              <a:rPr lang="tr-TR" dirty="0" err="1" smtClean="0"/>
              <a:t>scatter</a:t>
            </a:r>
            <a:r>
              <a:rPr lang="tr-TR" dirty="0" smtClean="0"/>
              <a:t> </a:t>
            </a:r>
            <a:r>
              <a:rPr lang="tr-TR" dirty="0" err="1" smtClean="0"/>
              <a:t>plot,heatmap</a:t>
            </a:r>
            <a:r>
              <a:rPr lang="tr-TR" dirty="0" smtClean="0"/>
              <a:t> ve </a:t>
            </a:r>
            <a:r>
              <a:rPr lang="tr-TR" dirty="0" err="1" smtClean="0"/>
              <a:t>boxplot</a:t>
            </a:r>
            <a:r>
              <a:rPr lang="tr-TR" dirty="0" smtClean="0"/>
              <a:t> ile görselleştirmeler yapıldı.</a:t>
            </a:r>
          </a:p>
          <a:p>
            <a:r>
              <a:rPr lang="tr-TR" dirty="0" smtClean="0"/>
              <a:t>4) Genel olarak stresli kişilerin daha yüksek kafein tükettiği, mutlu kişilerin ise daha orta düzeylerde tükettiği görülüyor.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46920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65</Words>
  <Application>Microsoft Office PowerPoint</Application>
  <PresentationFormat>Geniş ekran</PresentationFormat>
  <Paragraphs>9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Teması</vt:lpstr>
      <vt:lpstr>Mini Proje 4-Analiz ve Görselleştirme</vt:lpstr>
      <vt:lpstr>PowerPoint Sunusu</vt:lpstr>
      <vt:lpstr>PowerPoint Sunusu</vt:lpstr>
      <vt:lpstr>PowerPoint Sunusu</vt:lpstr>
      <vt:lpstr>PowerPoint Sunusu</vt:lpstr>
      <vt:lpstr>PowerPoint Sunusu</vt:lpstr>
      <vt:lpstr>Kısa özet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 4 Sunumu</dc:title>
  <dc:creator>PC KULLANICISI</dc:creator>
  <cp:lastModifiedBy>PC KULLANICISI</cp:lastModifiedBy>
  <cp:revision>4</cp:revision>
  <dcterms:created xsi:type="dcterms:W3CDTF">2025-11-26T17:52:33Z</dcterms:created>
  <dcterms:modified xsi:type="dcterms:W3CDTF">2025-11-26T18:20:39Z</dcterms:modified>
</cp:coreProperties>
</file>